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3" r:id="rId4"/>
    <p:sldId id="264" r:id="rId5"/>
    <p:sldId id="258" r:id="rId6"/>
    <p:sldId id="266" r:id="rId7"/>
    <p:sldId id="259" r:id="rId8"/>
    <p:sldId id="265" r:id="rId9"/>
    <p:sldId id="260" r:id="rId10"/>
    <p:sldId id="279" r:id="rId11"/>
    <p:sldId id="278" r:id="rId12"/>
    <p:sldId id="267" r:id="rId13"/>
    <p:sldId id="268" r:id="rId14"/>
    <p:sldId id="261" r:id="rId15"/>
    <p:sldId id="269" r:id="rId16"/>
    <p:sldId id="271" r:id="rId17"/>
    <p:sldId id="270" r:id="rId18"/>
    <p:sldId id="272" r:id="rId19"/>
    <p:sldId id="273" r:id="rId20"/>
    <p:sldId id="274" r:id="rId21"/>
    <p:sldId id="277" r:id="rId22"/>
    <p:sldId id="275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57" autoAdjust="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5C0BA-130A-48C1-9B4C-B81D7EC6AA78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64E13-977C-446A-B23A-495BB8544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64E13-977C-446A-B23A-495BB85440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56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64E13-977C-446A-B23A-495BB85440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59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FCE4-6775-C3A4-E731-C121EAAD9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EABA7-9E15-76A4-B75E-C9F7C632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697E1-8739-0E47-5DC0-F51B4C83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90400-BACE-8FDA-6EED-4C6BF13D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C387D-5890-EA21-172D-F1E9153C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7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A0F3-4CA8-5114-552A-C205FFD3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BBE84-866D-AF4D-358D-7C55C6AC5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849EF-F472-AFB4-B624-218BEAA7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1F729-C6A3-E3F8-35C8-3047B3E4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394C-1D10-3EB4-2987-444EBF8D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5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9B30-A06E-4DCF-282A-63D5249B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74984-106A-B73A-752D-D7F7B8F74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01105-D4C4-76EC-CB95-518D01A8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A460A-79CB-29BE-54AE-C15837BA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1B71A-5101-BAF1-224D-5EBD7297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1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EDE8-813D-A129-E453-B6AAC400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7FAE-0F0E-F541-560C-211833962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EAA37-6F9C-BDD1-DFFA-500A8C391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85089-97A3-43D5-AC02-B72E5A82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B05F1-C466-C590-AC26-BA2D2C18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4093-B4E2-75E9-547A-81DBD605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3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1DAD-3CF3-3FDE-4FFC-79603FBF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AFF8C-7D59-FA88-EDD3-6B8611E0E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08196-B934-06D3-7030-B46303B6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D74BC5-AF59-05E8-3F05-7AE0A7BB7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B23FF8-408C-6285-99D1-F0009DAA3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73D35-2CD7-54C7-7D47-F82731FF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3F853-9DAE-55FF-0F5D-6F374649B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02F74-C23E-1036-47E3-B9958CE5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6A19-6C1A-191F-AEC1-245F6CD3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1758E-BFEC-B591-FC63-C1713CEA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7C507-C8B5-E0F3-8C20-F8DED89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E33EC-10AB-8E51-15D5-A2ACD408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07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5BA45-1E78-F4A2-AC6B-1342C4A0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1BB3F-258A-0CA6-CD2A-7CB0BFEB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1738F-272D-7C5D-2A3E-1E8FF894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C22B5-2260-8C0A-D913-FA7F36F2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59905-A8E4-8F5B-6B45-E3D62C3C8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9C01F-1BF3-017D-FB76-6A3EE1D75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2D4DE-88AF-E9D3-C76A-F7CB98BE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FBDA0-B64B-62AB-58B5-A31DBD2B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F53E7-B767-B7F7-7A55-72A91FCF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8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D6E1-2881-4071-025E-0DCE0812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09C6B7-15D6-23F1-623A-A044C89AC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427ED-2419-EEFB-AABC-DF0313782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29007-0BAB-60C0-358E-19B2F2D4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C7EA1-BD34-E5B4-A8E5-C1BD7391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2A8EA-E16D-2799-BBCE-AACBEA76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6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DF58-2987-DA6E-1791-D3B54DAB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AAC0F-5345-A9B5-8F7A-0E98FFDFD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7629D-CA5F-55FB-DA8C-7871BBEA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66253-4B9D-F4C4-7864-C0EA0B3D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C093B-E43A-4DBF-4B7B-6AF7C73A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8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8E8557-2DA2-55F4-20D2-2A81B9279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A833D-DEAC-D19C-93B2-C21ED652D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9D1B8-7EC4-69E4-ABB1-3DEC375B7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F8A13-2E52-F3E8-D535-5F09CC6F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FEA5C-9958-2605-2C46-88E60EEFC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7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85DEE-CC94-DCDE-FE51-FE8508D9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FA501-1A79-2D97-E56D-321970767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89017-8FE4-47D2-074C-03A9432D74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BF17D-25CC-4E66-B566-82F191048732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C2408-3D9B-6C21-4C3F-FE976D4B0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9BBCD-611C-208B-DF49-01D36F469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C5622-0806-40BD-A281-79C111D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9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7F69-02C2-50A3-B850-DC9906516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925" y="1370013"/>
            <a:ext cx="9144000" cy="2387600"/>
          </a:xfrm>
        </p:spPr>
        <p:txBody>
          <a:bodyPr/>
          <a:lstStyle/>
          <a:p>
            <a:r>
              <a:rPr lang="en-US" dirty="0"/>
              <a:t>Server/Client Chat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BE9B2-D7F4-1586-DD97-FD9FD7772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6050" y="4926013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Member: </a:t>
            </a:r>
          </a:p>
          <a:p>
            <a:pPr algn="l"/>
            <a:r>
              <a:rPr lang="en-US" dirty="0"/>
              <a:t>Nguyễn Minh Huy - 20520545</a:t>
            </a:r>
          </a:p>
        </p:txBody>
      </p:sp>
    </p:spTree>
    <p:extLst>
      <p:ext uri="{BB962C8B-B14F-4D97-AF65-F5344CB8AC3E}">
        <p14:creationId xmlns:p14="http://schemas.microsoft.com/office/powerpoint/2010/main" val="53729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erson writing on a notepad">
            <a:extLst>
              <a:ext uri="{FF2B5EF4-FFF2-40B4-BE49-F238E27FC236}">
                <a16:creationId xmlns:a16="http://schemas.microsoft.com/office/drawing/2014/main" id="{D8ABFC1A-4A10-89D0-9E65-9463BFF17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70" r="11085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7EEFAC9-68A3-43D7-F80A-C19EAB9D91EA}"/>
              </a:ext>
            </a:extLst>
          </p:cNvPr>
          <p:cNvSpPr txBox="1"/>
          <p:nvPr/>
        </p:nvSpPr>
        <p:spPr>
          <a:xfrm>
            <a:off x="6834038" y="2330276"/>
            <a:ext cx="4707722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/>
              <a:t>I.  Overview of the app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/>
              <a:t>II. Overview of the API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/>
              <a:t>III. </a:t>
            </a:r>
            <a:r>
              <a:rPr lang="en-US" sz="3600" dirty="0"/>
              <a:t>Reversing the app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8024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F2276-2C04-FD94-F098-E832AAF1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63" y="661975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Overview of the app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84A8933-E835-6A6A-DD75-0E48E6421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267" y="1508093"/>
            <a:ext cx="7977013" cy="448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0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Rectangle 104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Isosceles Triangle 1052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EB87AC-4905-9821-BF04-EA0001626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0392" y="643467"/>
            <a:ext cx="323121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037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E2A4-8B0F-755F-7111-F94B3B81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API: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67FC64-BD07-4060-188B-367025038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723148" cy="2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5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01B2A2-0323-2BA9-366C-F6D145592024}"/>
              </a:ext>
            </a:extLst>
          </p:cNvPr>
          <p:cNvSpPr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0" cap="none" spc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API version through timeline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5579FA-CD1A-E72E-1E9A-C34B88E79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642616"/>
            <a:ext cx="4120896" cy="3605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3A12A3-674D-C62A-AD0A-5F6CA14DE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058" y="2642616"/>
            <a:ext cx="4217291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0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6B91DB-9F5C-2ED4-E194-EC46ADA1F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3" y="1029918"/>
            <a:ext cx="7746709" cy="475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9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CC32-87D9-4A65-C6CB-9E4D9B804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30275"/>
          </a:xfrm>
        </p:spPr>
        <p:txBody>
          <a:bodyPr/>
          <a:lstStyle/>
          <a:p>
            <a:r>
              <a:rPr lang="en-US" dirty="0"/>
              <a:t>DLL imported to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D3859-FC4D-A8C9-9F95-D8410F94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987DE-6E29-01CF-B316-62FDB3DA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6" y="799341"/>
            <a:ext cx="4343400" cy="5885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8710B-35DC-3839-6007-E92BD378A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21549"/>
            <a:ext cx="4504511" cy="586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1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9A247-75F2-5DA1-2344-AD986BE6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Reversing the app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7BF6DF-AA8C-CBE6-EF4D-5D151EF92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684" y="1675227"/>
            <a:ext cx="558063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2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481284-9A0C-DB72-7797-4317C4437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237" y="1908931"/>
            <a:ext cx="10337975" cy="30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99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0CEE7-DE89-BA71-39AD-1D6C12F2ABDC}"/>
              </a:ext>
            </a:extLst>
          </p:cNvPr>
          <p:cNvSpPr txBox="1"/>
          <p:nvPr/>
        </p:nvSpPr>
        <p:spPr>
          <a:xfrm>
            <a:off x="576806" y="1564996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 dirty="0"/>
              <a:t>Some functions used in executable file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DB94F8-8E9F-2524-4189-2BE6C7A12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564996"/>
            <a:ext cx="6903720" cy="37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F9E8EFB-E551-409A-3245-E36F645C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69" y="643467"/>
            <a:ext cx="10175462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42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9B89C7-BA51-1E01-AC0D-B2BA1661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3600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7CB9CD1-7D31-D7F7-24B7-7C8CC9209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7" y="1350856"/>
            <a:ext cx="10945825" cy="268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43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B1C36E-436A-05A6-CE38-B7440E07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833" y="751216"/>
            <a:ext cx="8131559" cy="53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48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B1495-DD02-5887-7E5C-502E28F2D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5679592A-6AAE-898F-0E94-CDCC0EB9A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1462959"/>
            <a:ext cx="10872172" cy="1440561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FEE3-D059-CAD0-17C7-4F7FB866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74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A0CCE-8BD5-06DC-67BD-06C1D58B5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515700"/>
            <a:ext cx="10905066" cy="182659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60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A4C3B0-13A5-8F49-665E-2B3628A62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02179"/>
            <a:ext cx="10905066" cy="2453640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98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8E413C4-B57C-94B4-D9EB-C38C3A492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438" y="643466"/>
            <a:ext cx="9731123" cy="55710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669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49C453-CC14-391E-F626-632EDC3BA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15" y="2692671"/>
            <a:ext cx="3907990" cy="9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8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9FB97C5-A784-79C9-290D-FAE2FB7FF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984078"/>
            <a:ext cx="10905066" cy="2889842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57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6838E-CAFA-9DB8-5478-43BAFDED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Dynamic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120AE-EF70-3B94-E51B-EF46C4FCE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715" y="1519440"/>
            <a:ext cx="11304742" cy="486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40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BA95-2184-7410-01D9-1301DBBD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FA74-C4B8-3235-F0FE-4C847EF0B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733C54-87B1-0248-8434-69E24351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499653"/>
            <a:ext cx="11688806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28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A27F74-C6DA-78F1-D5CB-F44E78BA444C}"/>
              </a:ext>
            </a:extLst>
          </p:cNvPr>
          <p:cNvSpPr txBox="1"/>
          <p:nvPr/>
        </p:nvSpPr>
        <p:spPr>
          <a:xfrm>
            <a:off x="1524000" y="5143501"/>
            <a:ext cx="9144000" cy="7573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+mj-lt"/>
                <a:ea typeface="+mj-ea"/>
                <a:cs typeface="+mj-cs"/>
              </a:rPr>
              <a:t>Message address save to </a:t>
            </a:r>
            <a:r>
              <a:rPr lang="en-US" sz="3200" dirty="0" err="1">
                <a:latin typeface="+mj-lt"/>
                <a:ea typeface="+mj-ea"/>
                <a:cs typeface="+mj-cs"/>
              </a:rPr>
              <a:t>rax</a:t>
            </a:r>
            <a:r>
              <a:rPr lang="en-US" sz="3200" dirty="0">
                <a:latin typeface="+mj-lt"/>
                <a:ea typeface="+mj-ea"/>
                <a:cs typeface="+mj-cs"/>
              </a:rPr>
              <a:t> register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92C3B2-EA74-71AB-9ADA-D79983E6F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5340" b="1"/>
          <a:stretch/>
        </p:blipFill>
        <p:spPr>
          <a:xfrm>
            <a:off x="877414" y="886767"/>
            <a:ext cx="10437894" cy="400693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E6E7D98-3D55-80C4-C8EA-40EC70EB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6692" y="4888672"/>
            <a:ext cx="10439007" cy="123363"/>
            <a:chOff x="876692" y="4888672"/>
            <a:chExt cx="10439007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A306F60-DCBC-4BDA-A680-F76005620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515" y="-269151"/>
              <a:ext cx="123362" cy="10439007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26A085-CFBC-6FED-8A8F-E9371A3A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719273" y="2415609"/>
              <a:ext cx="123362" cy="5069490"/>
            </a:xfrm>
            <a:prstGeom prst="rect">
              <a:avLst/>
            </a:prstGeom>
            <a:gradFill>
              <a:gsLst>
                <a:gs pos="3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2562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D1FFE-EFDC-1C1E-40EC-B056A0FF8C40}"/>
              </a:ext>
            </a:extLst>
          </p:cNvPr>
          <p:cNvSpPr txBox="1"/>
          <p:nvPr/>
        </p:nvSpPr>
        <p:spPr>
          <a:xfrm>
            <a:off x="838200" y="5358141"/>
            <a:ext cx="10515600" cy="9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rax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to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rdx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10A9D-B0E9-356D-7F97-BD3F84EE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22638"/>
            <a:ext cx="10905066" cy="449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0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68</Words>
  <Application>Microsoft Office PowerPoint</Application>
  <PresentationFormat>Widescreen</PresentationFormat>
  <Paragraphs>17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Server/Client Chat Application</vt:lpstr>
      <vt:lpstr>PowerPoint Presentation</vt:lpstr>
      <vt:lpstr>Overview of the app</vt:lpstr>
      <vt:lpstr>PowerPoint Presentation</vt:lpstr>
      <vt:lpstr>Overview of API: </vt:lpstr>
      <vt:lpstr>PowerPoint Presentation</vt:lpstr>
      <vt:lpstr>PowerPoint Presentation</vt:lpstr>
      <vt:lpstr>DLL imported to API</vt:lpstr>
      <vt:lpstr>Reversing the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Dynamic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Server/Client Chat</dc:title>
  <dc:creator>Huy</dc:creator>
  <cp:lastModifiedBy>Huy Nguyễn</cp:lastModifiedBy>
  <cp:revision>2</cp:revision>
  <dcterms:created xsi:type="dcterms:W3CDTF">2023-10-09T03:41:29Z</dcterms:created>
  <dcterms:modified xsi:type="dcterms:W3CDTF">2023-10-10T19:37:23Z</dcterms:modified>
</cp:coreProperties>
</file>